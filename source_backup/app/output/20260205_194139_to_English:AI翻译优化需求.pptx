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7" r:id="rId3"/>
    <p:sldId id="257" r:id="rId5"/>
    <p:sldId id="268" r:id="rId6"/>
    <p:sldId id="262" r:id="rId7"/>
    <p:sldId id="269" r:id="rId8"/>
    <p:sldId id="260" r:id="rId9"/>
    <p:sldId id="270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寰宇" initials="刘寰宇" lastIdx="1" clrIdx="0"/>
  <p:cmAuthor id="2" name="13785" initials="1" lastIdx="1" clrIdx="1"/>
  <p:cmAuthor id="3" name="惠文 邓" initials="惠文" lastIdx="2" clrIdx="2"/>
  <p:cmAuthor id="0" name="gw0400395" initials="g" lastIdx="0" clrIdx="0"/>
  <p:cmAuthor id="226" name="薛飞飞" initials="薛" lastIdx="4" clrIdx="199"/>
  <p:cmAuthor id="4" name="杨 文" initials="杨" lastIdx="2" clrIdx="3"/>
  <p:cmAuthor id="227" name="未知用户146" initials="未" lastIdx="1" clrIdx="0"/>
  <p:cmAuthor id="5" name="skylersun(孙莉)" initials="s" lastIdx="1" clrIdx="0"/>
  <p:cmAuthor id="6" name="高慰" initials="高" lastIdx="1" clrIdx="0"/>
  <p:cmAuthor id="7" name="User" initials="U" lastIdx="1" clrIdx="0"/>
  <p:cmAuthor id="230" name="Lin, Yongchuan" initials="L" lastIdx="1" clrIdx="0"/>
  <p:cmAuthor id="8" name="王慧琳" initials="王慧琳" lastIdx="1" clrIdx="3"/>
  <p:cmAuthor id="231" name="张金玉" initials="张" lastIdx="1" clrIdx="0"/>
  <p:cmAuthor id="9" name="王闰" initials="王闰" lastIdx="3" clrIdx="4"/>
  <p:cmAuthor id="10" name="office user" initials="ou" lastIdx="1" clrIdx="5"/>
  <p:cmAuthor id="233" name="永平 李" initials="永" lastIdx="1" clrIdx="4"/>
  <p:cmAuthor id="11" name="koala" initials="k" lastIdx="1" clrIdx="10"/>
  <p:cmAuthor id="12" name="nine" initials="n" lastIdx="1" clrIdx="0"/>
  <p:cmAuthor id="13" name="王志刚" initials="王" lastIdx="1" clrIdx="0"/>
  <p:cmAuthor id="236" name="贾红喜" initials="贾" lastIdx="4" clrIdx="0"/>
  <p:cmAuthor id="14" name="10277" initials="1" lastIdx="1" clrIdx="13"/>
  <p:cmAuthor id="237" name="宋志强" initials="宋志强" lastIdx="1" clrIdx="236"/>
  <p:cmAuthor id="15" name="徐杰" initials="徐" lastIdx="1" clrIdx="0"/>
  <p:cmAuthor id="238" name="张成真" initials="张" lastIdx="1" clrIdx="0"/>
  <p:cmAuthor id="16" name="王明明" initials="王" lastIdx="3" clrIdx="0"/>
  <p:cmAuthor id="17" name="王向羽" initials="王" lastIdx="1" clrIdx="0"/>
  <p:cmAuthor id="240" name="????" initials="?" lastIdx="24" clrIdx="3"/>
  <p:cmAuthor id="18" name="叶得会" initials="叶" lastIdx="8" clrIdx="0"/>
  <p:cmAuthor id="241" name="萧然" initials="萧" lastIdx="1" clrIdx="37"/>
  <p:cmAuthor id="19" name="Qingyunli" initials="Q" lastIdx="24" clrIdx="0"/>
  <p:cmAuthor id="20" name="徐光宇" initials="徐" lastIdx="1" clrIdx="0"/>
  <p:cmAuthor id="243" name="余志宝" initials="余" lastIdx="1" clrIdx="126"/>
  <p:cmAuthor id="21" name="mac" initials="m" lastIdx="1" clrIdx="0"/>
  <p:cmAuthor id="244" name="张大海" initials="张" lastIdx="1" clrIdx="0"/>
  <p:cmAuthor id="22" name="Liu, Leo (MBSHR cs)" initials="L" lastIdx="2" clrIdx="0"/>
  <p:cmAuthor id="245" name="王向妮" initials="王向妮" lastIdx="5" clrIdx="244"/>
  <p:cmAuthor id="23" name="刘豹" initials="刘" lastIdx="0" clrIdx="0"/>
  <p:cmAuthor id="246" name="Azfar Mir" initials="A" lastIdx="130" clrIdx="0"/>
  <p:cmAuthor id="24" name="未知用户4" initials="未" lastIdx="1" clrIdx="1"/>
  <p:cmAuthor id="247" name="蔡江林" initials="蔡" lastIdx="2" clrIdx="27"/>
  <p:cmAuthor id="25" name="刘广艳" initials="刘" lastIdx="10" clrIdx="1"/>
  <p:cmAuthor id="248" name="周平" initials="周" lastIdx="0" clrIdx="0"/>
  <p:cmAuthor id="26" name="未知用户1" initials="未" lastIdx="10" clrIdx="1"/>
  <p:cmAuthor id="27" name="dell" initials="d" lastIdx="1" clrIdx="0"/>
  <p:cmAuthor id="250" name="王伟" initials="王" lastIdx="494" clrIdx="2"/>
  <p:cmAuthor id="28" name="丁芙蓉" initials="丁" lastIdx="4" clrIdx="1"/>
  <p:cmAuthor id="251" name="姜亚荣" initials="姜" lastIdx="778" clrIdx="3"/>
  <p:cmAuthor id="29" name="邹积逊" initials="邹" lastIdx="1" clrIdx="0"/>
  <p:cmAuthor id="252" name="杨晶" initials="杨" lastIdx="26" clrIdx="0"/>
  <p:cmAuthor id="30" name="杜娇龙" initials="杜" lastIdx="2" clrIdx="1"/>
  <p:cmAuthor id="253" name="王景红" initials="王" lastIdx="6" clrIdx="3"/>
  <p:cmAuthor id="31" name="未知用户6" initials="未" lastIdx="7" clrIdx="0"/>
  <p:cmAuthor id="32" name="未知用户5" initials="未" lastIdx="34" clrIdx="1"/>
  <p:cmAuthor id="33" name="未知用户7" initials="未" lastIdx="1" clrIdx="0"/>
  <p:cmAuthor id="34" name="yangyanxia" initials="y" lastIdx="1" clrIdx="0"/>
  <p:cmAuthor id="35" name="刘春辉" initials="刘" lastIdx="4" clrIdx="28"/>
  <p:cmAuthor id="36" name="赵兰玉" initials="赵" lastIdx="1" clrIdx="0"/>
  <p:cmAuthor id="259" name="fgx" initials="f" lastIdx="6" clrIdx="6"/>
  <p:cmAuthor id="37" name="acer1" initials="a" lastIdx="1" clrIdx="35"/>
  <p:cmAuthor id="260" name="郑汝鸿" initials="郑" lastIdx="2" clrIdx="0"/>
  <p:cmAuthor id="38" name="仝德志" initials="仝" lastIdx="1" clrIdx="0"/>
  <p:cmAuthor id="261" name="杨秀丰" initials="杨" lastIdx="62" clrIdx="2"/>
  <p:cmAuthor id="39" name="马静" initials="马" lastIdx="0" clrIdx="0"/>
  <p:cmAuthor id="262" name="惠莲" initials="惠" lastIdx="37" clrIdx="4"/>
  <p:cmAuthor id="40" name="未知" initials="未" lastIdx="1" clrIdx="0"/>
  <p:cmAuthor id="263" name="邢辰凤" initials="邢" lastIdx="45" clrIdx="7"/>
  <p:cmAuthor id="41" name="范作霖" initials="范" lastIdx="1" clrIdx="22"/>
  <p:cmAuthor id="264" name="liang ma" initials="l" lastIdx="1" clrIdx="35"/>
  <p:cmAuthor id="42" name="吴军" initials="吴" lastIdx="1" clrIdx="0"/>
  <p:cmAuthor id="265" name="宋俭" initials="宋" lastIdx="1" clrIdx="36"/>
  <p:cmAuthor id="43" name="dingbo" initials="d" lastIdx="1" clrIdx="0"/>
  <p:cmAuthor id="266" name="马伟媛" initials="马伟媛" lastIdx="2" clrIdx="200"/>
  <p:cmAuthor id="44" name="李永欣" initials="李" lastIdx="1" clrIdx="0"/>
  <p:cmAuthor id="267" name="王忠彬" initials="王忠彬" lastIdx="1" clrIdx="245"/>
  <p:cmAuthor id="45" name="番茄花园" initials="番" lastIdx="1" clrIdx="0"/>
  <p:cmAuthor id="46" name="evil" initials="e" lastIdx="0" clrIdx="0"/>
  <p:cmAuthor id="47" name="许弘扬" initials="许" lastIdx="1" clrIdx="0"/>
  <p:cmAuthor id="48" name="赵琦" initials="赵" lastIdx="4" clrIdx="1"/>
  <p:cmAuthor id="49" name="未知用户8" initials="未" lastIdx="1" clrIdx="0"/>
  <p:cmAuthor id="50" name="未知用户9" initials="未" lastIdx="1" clrIdx="0"/>
  <p:cmAuthor id="51" name="USER" initials="U" lastIdx="18" clrIdx="0"/>
  <p:cmAuthor id="52" name="未知用户17" initials="未" lastIdx="1" clrIdx="1"/>
  <p:cmAuthor id="53" name="未知用户18" initials="未" lastIdx="1" clrIdx="0"/>
  <p:cmAuthor id="54" name="未知用户20" initials="未" lastIdx="1" clrIdx="0"/>
  <p:cmAuthor id="55" name="未知用户19" initials="未" lastIdx="1" clrIdx="0"/>
  <p:cmAuthor id="56" name="未知用户21" initials="未" lastIdx="1" clrIdx="0"/>
  <p:cmAuthor id="57" name="未知用户14" initials="未" lastIdx="1" clrIdx="0"/>
  <p:cmAuthor id="58" name="未知用户15" initials="未" lastIdx="1" clrIdx="0"/>
  <p:cmAuthor id="59" name="未知用户16" initials="未" lastIdx="4" clrIdx="0"/>
  <p:cmAuthor id="60" name="郝崇" initials="郝" lastIdx="4" clrIdx="1"/>
  <p:cmAuthor id="61" name="吴杰" initials="吴" lastIdx="1" clrIdx="0"/>
  <p:cmAuthor id="62" name="刘丽仙" initials="刘" lastIdx="4" clrIdx="33"/>
  <p:cmAuthor id="63" name="陶川" initials="陶" lastIdx="1" clrIdx="0"/>
  <p:cmAuthor id="64" name="lijin" initials="l" lastIdx="33" clrIdx="0"/>
  <p:cmAuthor id="65" name="gtmc" initials="g" lastIdx="0" clrIdx="0"/>
  <p:cmAuthor id="66" name="chunsong_hu" initials="c" lastIdx="0" clrIdx="0"/>
  <p:cmAuthor id="67" name="未知用户23" initials="未" lastIdx="1" clrIdx="1"/>
  <p:cmAuthor id="68" name="未知用户24" initials="未" lastIdx="1" clrIdx="0"/>
  <p:cmAuthor id="69" name="未知用户25" initials="未" lastIdx="1" clrIdx="0"/>
  <p:cmAuthor id="70" name="未知用户26" initials="未" lastIdx="1" clrIdx="0"/>
  <p:cmAuthor id="71" name="未知用户27" initials="未" lastIdx="1" clrIdx="0"/>
  <p:cmAuthor id="72" name="未知用户28" initials="未" lastIdx="1" clrIdx="0"/>
  <p:cmAuthor id="73" name="未知用户29" initials="未" lastIdx="1" clrIdx="0"/>
  <p:cmAuthor id="74" name="未知用户30" initials="未" lastIdx="4" clrIdx="0"/>
  <p:cmAuthor id="75" name="作者" initials="A" lastIdx="0" clrIdx="24"/>
  <p:cmAuthor id="76" name="Lenovo User" initials="L" lastIdx="1" clrIdx="0"/>
  <p:cmAuthor id="77" name="hys2" initials="h" lastIdx="1" clrIdx="0"/>
  <p:cmAuthor id="78" name="朱绍春" initials="朱" lastIdx="13" clrIdx="0"/>
  <p:cmAuthor id="79" name="邹洋" initials="邹" lastIdx="2" clrIdx="0"/>
  <p:cmAuthor id="80" name="孟祥超" initials="孟" lastIdx="2" clrIdx="1"/>
  <p:cmAuthor id="81" name="贡鑫" initials="贡" lastIdx="2" clrIdx="0"/>
  <p:cmAuthor id="82" name="administrator1" initials="a" lastIdx="16" clrIdx="2"/>
  <p:cmAuthor id="83" name="杜雪梅" initials="杜" lastIdx="1" clrIdx="0"/>
  <p:cmAuthor id="84" name="包珊珊" initials="包" lastIdx="7" clrIdx="23"/>
  <p:cmAuthor id="85" name="叶滔" initials="叶" lastIdx="1" clrIdx="31"/>
  <p:cmAuthor id="86" name="LEO L" initials="L" lastIdx="1" clrIdx="0"/>
  <p:cmAuthor id="87" name="朱悦龙" initials="朱" lastIdx="1" clrIdx="0"/>
  <p:cmAuthor id="88" name="吴铁映" initials="吴" lastIdx="1" clrIdx="34"/>
  <p:cmAuthor id="89" name="Yuan Yuan" initials="Y" lastIdx="1" clrIdx="0"/>
  <p:cmAuthor id="90" name="ZQ" initials="Z" lastIdx="26" clrIdx="0"/>
  <p:cmAuthor id="91" name="HYZL05" initials="H" lastIdx="4" clrIdx="3"/>
  <p:cmAuthor id="92" name="陈尚文" initials="陈" lastIdx="1" clrIdx="1"/>
  <p:cmAuthor id="93" name="张宏伟" initials="张" lastIdx="46" clrIdx="0"/>
  <p:cmAuthor id="94" name="Yuan Hu" initials="Y" lastIdx="1" clrIdx="0"/>
  <p:cmAuthor id="95" name="张静" initials="张" lastIdx="9" clrIdx="0"/>
  <p:cmAuthor id="96" name="Microsoft 帐户" initials="M" lastIdx="1" clrIdx="0"/>
  <p:cmAuthor id="97" name="李威" initials="李" lastIdx="1" clrIdx="3"/>
  <p:cmAuthor id="98" name="吕冰鑫" initials="吕" lastIdx="1" clrIdx="0"/>
  <p:cmAuthor id="99" name="马海燕" initials="马" lastIdx="1" clrIdx="18"/>
  <p:cmAuthor id="100" name="张艳芳" initials="张" lastIdx="3" clrIdx="0"/>
  <p:cmAuthor id="101" name="liying" initials="l" lastIdx="11" clrIdx="0"/>
  <p:cmAuthor id="102" name="杨静" initials="杨" lastIdx="1" clrIdx="22"/>
  <p:cmAuthor id="104" name="毕军(0212009)" initials="毕" lastIdx="10" clrIdx="0"/>
  <p:cmAuthor id="105" name="dadi" initials="d" lastIdx="2" clrIdx="1"/>
  <p:cmAuthor id="106" name="郑廷东" initials="郑" lastIdx="25" clrIdx="0"/>
  <p:cmAuthor id="107" name="张钦" initials="张" lastIdx="4" clrIdx="4"/>
  <p:cmAuthor id="108" name="涛娜" initials="涛" lastIdx="1" clrIdx="11"/>
  <p:cmAuthor id="109" name="libin1204@163.com" initials="l" lastIdx="1" clrIdx="102"/>
  <p:cmAuthor id="111" name="王志虎" initials="王" lastIdx="1" clrIdx="24"/>
  <p:cmAuthor id="112" name="魏永生" initials="魏" lastIdx="4" clrIdx="17"/>
  <p:cmAuthor id="113" name="Zhou, Judy" initials="Z" lastIdx="9" clrIdx="0"/>
  <p:cmAuthor id="114" name=" " initials=" " lastIdx="3" clrIdx="6"/>
  <p:cmAuthor id="115" name="刘" initials="刘" lastIdx="8" clrIdx="0"/>
  <p:cmAuthor id="116" name="未知用户22" initials="未" lastIdx="34" clrIdx="0"/>
  <p:cmAuthor id="117" name="rq fan" initials="r" lastIdx="3" clrIdx="1"/>
  <p:cmAuthor id="118" name="侯 林" initials="侯" lastIdx="2" clrIdx="35"/>
  <p:cmAuthor id="119" name="周建文" initials="周" lastIdx="6" clrIdx="4"/>
  <p:cmAuthor id="120" name="郝志永" initials="郝" lastIdx="2" clrIdx="4"/>
  <p:cmAuthor id="121" name="李明" initials="李" lastIdx="4" clrIdx="73"/>
  <p:cmAuthor id="122" name="未知用户10" initials="未" lastIdx="1" clrIdx="1"/>
  <p:cmAuthor id="123" name="未知用户12" initials="未" lastIdx="18" clrIdx="0"/>
  <p:cmAuthor id="124" name="未知用户13" initials="未" lastIdx="2" clrIdx="0"/>
  <p:cmAuthor id="125" name="Lzy" initials="L" lastIdx="1" clrIdx="0"/>
  <p:cmAuthor id="126" name="周满红" initials="周" lastIdx="24" clrIdx="0"/>
  <p:cmAuthor id="127" name="张春贤" initials="张" lastIdx="13" clrIdx="128"/>
  <p:cmAuthor id="128" name="zyf" initials="z" lastIdx="1" clrIdx="38"/>
  <p:cmAuthor id="129" name="张双文" initials="张" lastIdx="2" clrIdx="3"/>
  <p:cmAuthor id="130" name="任勇" initials="任" lastIdx="5" clrIdx="0"/>
  <p:cmAuthor id="131" name="李天骄" initials="李" lastIdx="2" clrIdx="1"/>
  <p:cmAuthor id="132" name="王川雪" initials="王" lastIdx="65" clrIdx="0"/>
  <p:cmAuthor id="133" name="仵新荣" initials="仵" lastIdx="11" clrIdx="0"/>
  <p:cmAuthor id="134" name="樊革霞" initials="樊" lastIdx="56" clrIdx="0"/>
  <p:cmAuthor id="135" name="何已龙" initials="何" lastIdx="2" clrIdx="2"/>
  <p:cmAuthor id="136" name="陈桂枝" initials="陈" lastIdx="1" clrIdx="0"/>
  <p:cmAuthor id="137" name="刘艳龙" initials="刘" lastIdx="1" clrIdx="0"/>
  <p:cmAuthor id="138" name="席金煜" initials="席" lastIdx="42" clrIdx="4"/>
  <p:cmAuthor id="139" name="樊佳佳" initials="樊" lastIdx="59" clrIdx="5"/>
  <p:cmAuthor id="140" name="张雁" initials="张" lastIdx="1" clrIdx="19"/>
  <p:cmAuthor id="141" name="新萝卜家园" initials="新" lastIdx="0" clrIdx="0"/>
  <p:cmAuthor id="142" name="周开雷" initials="周" lastIdx="8" clrIdx="0"/>
  <p:cmAuthor id="143" name="lx" initials="l" lastIdx="2" clrIdx="0"/>
  <p:cmAuthor id="144" name="李振宇" initials="李" lastIdx="1" clrIdx="5"/>
  <p:cmAuthor id="145" name="刘传坤" initials="刘" lastIdx="15" clrIdx="0"/>
  <p:cmAuthor id="146" name="covslj" initials="c" lastIdx="4" clrIdx="0"/>
  <p:cmAuthor id="147" name="未知用户43" initials="未" lastIdx="3" clrIdx="0"/>
  <p:cmAuthor id="148" name="未知用户40" initials="未" lastIdx="21" clrIdx="4"/>
  <p:cmAuthor id="149" name="未知用户41" initials="未" lastIdx="1" clrIdx="1"/>
  <p:cmAuthor id="150" name="未知用户42" initials="未" lastIdx="1" clrIdx="0"/>
  <p:cmAuthor id="151" name="未知用户36" initials="未" lastIdx="2" clrIdx="0"/>
  <p:cmAuthor id="152" name="未知用户37" initials="未" lastIdx="2" clrIdx="1"/>
  <p:cmAuthor id="153" name="未知用户38" initials="未" lastIdx="16" clrIdx="2"/>
  <p:cmAuthor id="154" name="未知用户39" initials="未" lastIdx="0" clrIdx="0"/>
  <p:cmAuthor id="155" name="未知用户44" initials="未" lastIdx="3" clrIdx="0"/>
  <p:cmAuthor id="156" name="未知用户45" initials="未" lastIdx="21" clrIdx="4"/>
  <p:cmAuthor id="157" name="未知用户46" initials="未" lastIdx="1" clrIdx="1"/>
  <p:cmAuthor id="158" name="未知用户47" initials="未" lastIdx="1" clrIdx="0"/>
  <p:cmAuthor id="159" name="未知用户48" initials="未" lastIdx="1" clrIdx="0"/>
  <p:cmAuthor id="160" name="未知用户49" initials="未" lastIdx="1" clrIdx="0"/>
  <p:cmAuthor id="161" name="未知用户50" initials="未" lastIdx="1" clrIdx="0"/>
  <p:cmAuthor id="162" name="未知用户51" initials="未" lastIdx="4" clrIdx="0"/>
  <p:cmAuthor id="163" name="未知用户52" initials="未" lastIdx="13" clrIdx="0"/>
  <p:cmAuthor id="164" name="未知用户53" initials="未" lastIdx="2" clrIdx="0"/>
  <p:cmAuthor id="165" name="未知用户54" initials="未" lastIdx="2" clrIdx="1"/>
  <p:cmAuthor id="166" name="未知用户55" initials="未" lastIdx="16" clrIdx="2"/>
  <p:cmAuthor id="167" name="未知用户56" initials="未" lastIdx="0" clrIdx="0"/>
  <p:cmAuthor id="168" name="未知用户62" initials="未" lastIdx="3" clrIdx="0"/>
  <p:cmAuthor id="169" name="未知用户63" initials="未" lastIdx="21" clrIdx="4"/>
  <p:cmAuthor id="170" name="未知用户64" initials="未" lastIdx="1" clrIdx="1"/>
  <p:cmAuthor id="171" name="未知用户65" initials="未" lastIdx="1" clrIdx="0"/>
  <p:cmAuthor id="172" name="未知用户66" initials="未" lastIdx="1" clrIdx="0"/>
  <p:cmAuthor id="173" name="未知用户67" initials="未" lastIdx="1" clrIdx="0"/>
  <p:cmAuthor id="174" name="未知用户68" initials="未" lastIdx="1" clrIdx="0"/>
  <p:cmAuthor id="175" name="未知用户69" initials="未" lastIdx="4" clrIdx="0"/>
  <p:cmAuthor id="176" name="未知用户70" initials="未" lastIdx="13" clrIdx="0"/>
  <p:cmAuthor id="177" name="未知用户71" initials="未" lastIdx="2" clrIdx="0"/>
  <p:cmAuthor id="178" name="未知用户72" initials="未" lastIdx="2" clrIdx="1"/>
  <p:cmAuthor id="179" name="未知用户73" initials="未" lastIdx="16" clrIdx="2"/>
  <p:cmAuthor id="180" name="未知用户74" initials="未" lastIdx="0" clrIdx="0"/>
  <p:cmAuthor id="181" name="未知用户75" initials="未" lastIdx="3" clrIdx="0"/>
  <p:cmAuthor id="182" name="未知用户76" initials="未" lastIdx="21" clrIdx="4"/>
  <p:cmAuthor id="183" name="未知用户77" initials="未" lastIdx="1" clrIdx="1"/>
  <p:cmAuthor id="184" name="未知用户78" initials="未" lastIdx="1" clrIdx="0"/>
  <p:cmAuthor id="185" name="未知用户79" initials="未" lastIdx="1" clrIdx="0"/>
  <p:cmAuthor id="186" name="未知用户80" initials="未" lastIdx="1" clrIdx="0"/>
  <p:cmAuthor id="187" name="未知用户81" initials="未" lastIdx="1" clrIdx="0"/>
  <p:cmAuthor id="188" name="未知用户82" initials="未" lastIdx="4" clrIdx="0"/>
  <p:cmAuthor id="189" name="未知用户83" initials="未" lastIdx="13" clrIdx="0"/>
  <p:cmAuthor id="190" name="未知用户84" initials="未" lastIdx="2" clrIdx="0"/>
  <p:cmAuthor id="191" name="未知用户85" initials="未" lastIdx="2" clrIdx="1"/>
  <p:cmAuthor id="192" name="未知用户86" initials="未" lastIdx="16" clrIdx="2"/>
  <p:cmAuthor id="193" name="未知用户87" initials="未" lastIdx="0" clrIdx="0"/>
  <p:cmAuthor id="194" name="未知用户88" initials="未" lastIdx="3" clrIdx="0"/>
  <p:cmAuthor id="195" name="未知用户89" initials="未" lastIdx="21" clrIdx="4"/>
  <p:cmAuthor id="196" name="未知用户90" initials="未" lastIdx="1" clrIdx="1"/>
  <p:cmAuthor id="197" name="未知用户91" initials="未" lastIdx="1" clrIdx="0"/>
  <p:cmAuthor id="198" name="未知用户92" initials="未" lastIdx="1" clrIdx="0"/>
  <p:cmAuthor id="199" name="未知用户93" initials="未" lastIdx="1" clrIdx="0"/>
  <p:cmAuthor id="200" name="未知用户94" initials="未" lastIdx="1" clrIdx="0"/>
  <p:cmAuthor id="201" name="未知用户95" initials="未" lastIdx="4" clrIdx="0"/>
  <p:cmAuthor id="202" name="未知用户96" initials="未" lastIdx="13" clrIdx="0"/>
  <p:cmAuthor id="203" name="未知用户97" initials="未" lastIdx="2" clrIdx="0"/>
  <p:cmAuthor id="204" name="未知用户98" initials="未" lastIdx="2" clrIdx="1"/>
  <p:cmAuthor id="205" name="未知用户99" initials="未" lastIdx="16" clrIdx="2"/>
  <p:cmAuthor id="206" name="未知用户100" initials="未" lastIdx="0" clrIdx="0"/>
  <p:cmAuthor id="207" name="李刚" initials="李" lastIdx="3" clrIdx="0"/>
  <p:cmAuthor id="208" name="Microsoft Office 用户" initials="M" lastIdx="0" clrIdx="104"/>
  <p:cmAuthor id="212" name="段振华" initials="段" lastIdx="1" clrIdx="0"/>
  <p:cmAuthor id="213" name="zhouzhengshan" initials="z" lastIdx="1" clrIdx="212"/>
  <p:cmAuthor id="214" name="未知用户139" initials="未" lastIdx="4" clrIdx="0"/>
  <p:cmAuthor id="215" name="云峰 贾" initials="云" lastIdx="2" clrIdx="0"/>
  <p:cmAuthor id="216" name="Author" initials="A" lastIdx="1" clrIdx="0"/>
  <p:cmAuthor id="217" name="马红" initials="马" lastIdx="7" clrIdx="0"/>
  <p:cmAuthor id="218" name="p" initials="p" lastIdx="1" clrIdx="129"/>
  <p:cmAuthor id="219" name="未知用户135" initials="未" lastIdx="1" clrIdx="0"/>
  <p:cmAuthor id="222" name="武森" initials="武" lastIdx="1" clrIdx="2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多种字号的文本</a:t>
            </a:r>
            <a:r>
              <a:rPr kumimoji="1" lang="en-US" altLang="zh-CN" dirty="0"/>
              <a:t>，AI</a:t>
            </a:r>
            <a:r>
              <a:rPr kumimoji="1" lang="zh-CN" altLang="en-US" dirty="0"/>
              <a:t>翻译未按照中文版字号大小去区分</a:t>
            </a:r>
            <a:r>
              <a:rPr kumimoji="1" lang="en-US" altLang="zh-CN" dirty="0"/>
              <a:t>，</a:t>
            </a:r>
            <a:r>
              <a:rPr kumimoji="1" lang="zh-CN" altLang="en-US" dirty="0"/>
              <a:t>统一都是大字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黑色字体经常翻译版本是白色</a:t>
            </a:r>
            <a:r>
              <a:rPr kumimoji="1" lang="zh-CN" altLang="en-US" dirty="0">
                <a:sym typeface="+mn-ea"/>
              </a:rPr>
              <a:t>字体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/>
              <a:t>2、</a:t>
            </a:r>
            <a:r>
              <a:rPr kumimoji="1" lang="zh-CN" altLang="en-US" dirty="0"/>
              <a:t>中文字体已经有标题分行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且字体大小有区隔</a:t>
            </a:r>
            <a:r>
              <a:rPr kumimoji="1" lang="en-US" altLang="zh-CN" dirty="0"/>
              <a:t>。</a:t>
            </a:r>
            <a:r>
              <a:rPr kumimoji="1" lang="zh-CN" altLang="en-US" dirty="0"/>
              <a:t>日文翻译过来无分行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字体无</a:t>
            </a:r>
            <a:r>
              <a:rPr kumimoji="1" lang="zh-CN" altLang="en-US" dirty="0"/>
              <a:t>区隔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有色块叠加文字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翻译版色块不见了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>
                <a:sym typeface="+mn-ea"/>
              </a:rPr>
              <a:t>2、</a:t>
            </a:r>
            <a:r>
              <a:rPr kumimoji="1" lang="zh-CN" altLang="en-US" dirty="0">
                <a:sym typeface="+mn-ea"/>
              </a:rPr>
              <a:t>多种字号的文本</a:t>
            </a:r>
            <a:r>
              <a:rPr kumimoji="1" lang="en-US" altLang="zh-CN" dirty="0">
                <a:sym typeface="+mn-ea"/>
              </a:rPr>
              <a:t>，AI</a:t>
            </a:r>
            <a:r>
              <a:rPr kumimoji="1" lang="zh-CN" altLang="en-US" dirty="0">
                <a:sym typeface="+mn-ea"/>
              </a:rPr>
              <a:t>翻译未按照中文版字号大小去区分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统一都是大字</a:t>
            </a:r>
            <a:r>
              <a:rPr kumimoji="1" lang="en-US" altLang="zh-CN" dirty="0">
                <a:sym typeface="+mn-ea"/>
              </a:rPr>
              <a:t>。</a:t>
            </a:r>
            <a:r>
              <a:rPr kumimoji="1" lang="zh-CN" altLang="en-US" dirty="0">
                <a:sym typeface="+mn-ea"/>
              </a:rPr>
              <a:t>文字互相遮挡</a:t>
            </a:r>
            <a:endParaRPr kumimoji="1"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1、</a:t>
            </a:r>
            <a:r>
              <a:rPr lang="zh-CN" altLang="en-US"/>
              <a:t>有底版的</a:t>
            </a:r>
            <a:r>
              <a:rPr lang="en-US" altLang="zh-CN"/>
              <a:t>，</a:t>
            </a:r>
            <a:r>
              <a:rPr lang="zh-CN" altLang="en-US"/>
              <a:t>白色字体翻译过来又是黑色</a:t>
            </a:r>
            <a:r>
              <a:rPr lang="zh-CN" altLang="en-US"/>
              <a:t>字体</a:t>
            </a:r>
            <a:endParaRPr lang="zh-CN" altLang="en-US"/>
          </a:p>
          <a:p>
            <a:r>
              <a:rPr lang="en-US" altLang="zh-CN"/>
              <a:t>2、</a:t>
            </a:r>
            <a:r>
              <a:rPr lang="zh-CN" altLang="en-US"/>
              <a:t>文字溢出</a:t>
            </a:r>
            <a:r>
              <a:rPr lang="zh-CN" altLang="en-US"/>
              <a:t>文本框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tags" Target="../tags/tag78.xml"/><Relationship Id="rId17" Type="http://schemas.openxmlformats.org/officeDocument/2006/relationships/tags" Target="../tags/tag79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tags" Target="../tags/tag86.xml"/><Relationship Id="rId8" Type="http://schemas.openxmlformats.org/officeDocument/2006/relationships/tags" Target="../tags/tag87.xml"/><Relationship Id="rId9" Type="http://schemas.openxmlformats.org/officeDocument/2006/relationships/tags" Target="../tags/tag88.xml"/><Relationship Id="rId10" Type="http://schemas.openxmlformats.org/officeDocument/2006/relationships/tags" Target="../tags/tag89.xml"/><Relationship Id="rId11" Type="http://schemas.openxmlformats.org/officeDocument/2006/relationships/tags" Target="../tags/tag90.xml"/><Relationship Id="rId12" Type="http://schemas.openxmlformats.org/officeDocument/2006/relationships/tags" Target="../tags/tag91.xml"/><Relationship Id="rId13" Type="http://schemas.openxmlformats.org/officeDocument/2006/relationships/tags" Target="../tags/tag92.xml"/><Relationship Id="rId14" Type="http://schemas.openxmlformats.org/officeDocument/2006/relationships/tags" Target="../tags/tag93.xml"/><Relationship Id="rId15" Type="http://schemas.openxmlformats.org/officeDocument/2006/relationships/tags" Target="../tags/tag94.xml"/><Relationship Id="rId16" Type="http://schemas.openxmlformats.org/officeDocument/2006/relationships/tags" Target="../tags/tag95.xml"/><Relationship Id="rId17" Type="http://schemas.openxmlformats.org/officeDocument/2006/relationships/tags" Target="../tags/tag96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tags" Target="../tags/tag99.xml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tags" Target="../tags/tag106.xml"/><Relationship Id="rId11" Type="http://schemas.openxmlformats.org/officeDocument/2006/relationships/tags" Target="../tags/tag107.xml"/><Relationship Id="rId12" Type="http://schemas.openxmlformats.org/officeDocument/2006/relationships/tags" Target="../tags/tag108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tags" Target="../tags/tag118.xml"/><Relationship Id="rId11" Type="http://schemas.openxmlformats.org/officeDocument/2006/relationships/tags" Target="../tags/tag119.xml"/><Relationship Id="rId12" Type="http://schemas.openxmlformats.org/officeDocument/2006/relationships/tags" Target="../tags/tag120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tags" Target="../tags/tag121.xml"/><Relationship Id="rId8" Type="http://schemas.openxmlformats.org/officeDocument/2006/relationships/tags" Target="../tags/tag122.xml"/><Relationship Id="rId9" Type="http://schemas.openxmlformats.org/officeDocument/2006/relationships/tags" Target="../tags/tag123.xml"/><Relationship Id="rId10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tags" Target="../tags/tag124.xml"/><Relationship Id="rId8" Type="http://schemas.openxmlformats.org/officeDocument/2006/relationships/tags" Target="../tags/tag125.xml"/><Relationship Id="rId9" Type="http://schemas.openxmlformats.org/officeDocument/2006/relationships/tags" Target="../tags/tag126.xml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tags" Target="../tags/tag130.xml"/><Relationship Id="rId4" Type="http://schemas.openxmlformats.org/officeDocument/2006/relationships/tags" Target="../tags/tag131.xml"/><Relationship Id="rId5" Type="http://schemas.openxmlformats.org/officeDocument/2006/relationships/tags" Target="../tags/tag13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1206500" y="226695"/>
            <a:ext cx="977836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sz="3600" b="1">
                <a:solidFill>
                  <a:srgbClr val="C00000"/>
                </a:solidFill>
                <a:latin typeface="微软雅黑"/>
              </a:rPr>
              <a:t>科学技術の進化 + 普及の迭代、二つの柱で攻勢をかける\n広汽トヨタの発言権争奪戦がすでに始まり、成果は顕著です</a:t>
            </a:r>
            <a:endParaRPr lang="zh-CN" sz="3600" b="1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>
                <a:solidFill/>
                <a:latin typeface="微软雅黑"/>
              </a:rPr>
              <a:t>アルティス3Xの成功経験から\nトヨタは計画可能、制御可能、予測可能な特色ある普及ルートを歩んでいます</a:t>
            </a:r>
            <a:endParaRPr>
              <a:latin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3200" b="1">
                <a:solidFill/>
                <a:latin typeface="微软雅黑"/>
              </a:rPr>
              <a:t>品質を基盤とし、科学技術が飛躍\n新エネルギー時代の技術反撃戦</a:t>
            </a:r>
            <a:endParaRPr sz="3200" b="1">
              <a:latin typeface="微软雅黑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3200" b="1">
                <a:solidFill/>
                <a:latin typeface="微软雅黑"/>
              </a:rPr>
              <a:t>話題の爆発、流量が王様\n新メディア時代の普及攻勢戦</a:t>
            </a:r>
            <a:endParaRPr sz="3200" b="1">
              <a:latin typeface="微软雅黑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solidFill/>
                <a:latin typeface="微软雅黑"/>
              </a:rPr>
              <a:t>第九代カムリ</a:t>
            </a:r>
            <a:endParaRPr sz="1600" b="1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solidFill/>
                <a:latin typeface="微软雅黑"/>
              </a:rPr>
              <a:t>世界車、中国コックピットが広汽トヨタの科学技術反撃の第一弾を発射</a:t>
            </a:r>
            <a:endParaRPr sz="1400">
              <a:latin typeface="微软雅黑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solidFill/>
                <a:latin typeface="微软雅黑"/>
              </a:rPr>
              <a:t>アルティス3X</a:t>
            </a:r>
            <a:endParaRPr sz="1600" b="1">
              <a:latin typeface="微软雅黑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solidFill/>
                <a:latin typeface="微软雅黑"/>
              </a:rPr>
              <a:t>14万級の高階知能運転の第一車として、広汽トヨタの知能運転地位を確立</a:t>
            </a:r>
            <a:endParaRPr sz="1400">
              <a:latin typeface="微软雅黑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solidFill/>
                <a:latin typeface="微软雅黑"/>
              </a:rPr>
              <a:t>新世代のウィランダ</a:t>
            </a:r>
            <a:endParaRPr sz="1600" b="1">
              <a:latin typeface="微软雅黑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solidFill/>
                <a:latin typeface="微软雅黑"/>
              </a:rPr>
              <a:t>中国コックピットがさらに進化し、広汽トヨタの知恵と科学技術の迭代のマイルストーン</a:t>
            </a:r>
            <a:endParaRPr sz="1400">
              <a:latin typeface="微软雅黑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solidFill/>
                <a:latin typeface="微软雅黑"/>
              </a:rPr>
              <a:t>知能電化の進化：</a:t>
            </a:r>
            <a:endParaRPr sz="2400" b="1">
              <a:latin typeface="微软雅黑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solidFill/>
                <a:latin typeface="微软雅黑"/>
              </a:rPr>
              <a:t>普及の迭代：</a:t>
            </a:r>
            <a:endParaRPr sz="2400" b="1">
              <a:latin typeface="微软雅黑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636270" y="226695"/>
            <a:ext cx="1080198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sz="2800" b="1">
                <a:solidFill>
                  <a:srgbClr val="C00000"/>
                </a:solidFill>
                <a:latin typeface="微软雅黑"/>
              </a:rPr>
              <a:t>科学技術の進化 + 普及の迭代、二つの柱で攻勢をかける\n広汽トヨタの発言権争奪戦がすでに始まり、成果は顕著です</a:t>
            </a:r>
            <a:endParaRPr lang="zh-CN" sz="2800" b="1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latin typeface="微软雅黑"/>
              </a:rPr>
              <a:t>アルティス3Xの成功経験から\nトヨタは計画可能、制御可能、予測可能な特色ある普及ルートを歩んでいます</a:t>
            </a:r>
            <a:endParaRPr>
              <a:latin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品質を基盤とし、科学技術が飛躍\n新エネルギー時代の技術反撃戦</a:t>
            </a:r>
            <a:endParaRPr sz="2400" b="1">
              <a:latin typeface="微软雅黑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話題の爆発、流量が王様\n新メディア時代の普及攻勢戦</a:t>
            </a:r>
            <a:endParaRPr sz="2400" b="1">
              <a:latin typeface="微软雅黑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第九代カムリ</a:t>
            </a:r>
            <a:endParaRPr sz="1600" b="1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世界車、中国コックピットが広汽トヨタの科学技術反撃の第一弾を発射</a:t>
            </a:r>
            <a:endParaRPr sz="1400">
              <a:latin typeface="微软雅黑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アルティス3X</a:t>
            </a:r>
            <a:endParaRPr sz="1600" b="1">
              <a:latin typeface="微软雅黑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14万級の高階知能運転の第一車として、広汽トヨタの知能運転地位を確立</a:t>
            </a:r>
            <a:endParaRPr sz="1400">
              <a:latin typeface="微软雅黑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 b="1">
                <a:latin typeface="微软雅黑"/>
              </a:rPr>
              <a:t>新世代のウィランダ</a:t>
            </a:r>
            <a:endParaRPr sz="1600" b="1">
              <a:latin typeface="微软雅黑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latin typeface="微软雅黑"/>
              </a:rPr>
              <a:t>中国コックピットがさらに進化し、広汽トヨタの知恵と科学技術の迭代のマイルストーン</a:t>
            </a:r>
            <a:endParaRPr sz="1400">
              <a:latin typeface="微软雅黑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知能電化の進化：</a:t>
            </a:r>
            <a:endParaRPr sz="2400" b="1">
              <a:latin typeface="微软雅黑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latin typeface="微软雅黑"/>
              </a:rPr>
              <a:t>普及の迭代：</a:t>
            </a:r>
            <a:endParaRPr sz="2400" b="1">
              <a:latin typeface="微软雅黑"/>
            </a:endParaRP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latin typeface="微软雅黑"/>
              </a:rPr>
              <a:t>広汽トヨタ流量衝撃波戦法実践の応援 ///</a:t>
            </a:r>
            <a:endParaRPr sz="2800" b="1">
              <a:latin typeface="微软雅黑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Predict</a:t>
            </a:r>
            <a:endParaRPr sz="2400" b="1"/>
          </a:p>
          <a:p>
            <a:r>
              <a:t>質の高いメディアマトリックスの構築</a:t>
            </a:r>
          </a:p>
          <a:p>
            <a:r>
              <a:t>声量予測可能</a:t>
            </a: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Plan</a:t>
            </a:r>
            <a:endParaRPr sz="2400" b="1"/>
          </a:p>
          <a:p>
            <a:r>
              <a:t>コアな伝播ラベルの確立</a:t>
            </a:r>
          </a:p>
          <a:p>
            <a:r>
              <a:t>内容の規範化可能</a:t>
            </a: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/>
              <a:t>Push</a:t>
            </a:r>
            <a:endParaRPr sz="2400" b="1"/>
          </a:p>
          <a:p>
            <a:r>
              <a:t>車種の節目と話題のマッチング</a:t>
            </a:r>
          </a:p>
          <a:p>
            <a:r>
              <a:t>ペースのコントロール可能</a:t>
            </a: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党政中央メディアを中心に、業界の大Vと垂直メディアを拡散し、流量を重視したメディアマトリックスを構築</a:t>
            </a:r>
            <a:endParaRPr sz="1600">
              <a:latin typeface="微软雅黑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威蘭達（ウィランダ）グローバル発表会のリレーにより、伝播ペースが緩急自在で、威蘭達のモデルチェンジ情報を盛り上げる</a:t>
            </a:r>
            <a:endParaRPr sz="1600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伝播のペースに合わせ、重要な節目で高密度なコンテンツを出力し、熱度を維持し、コアな話題の伝播に焦点を当てる</a:t>
            </a:r>
            <a:endParaRPr sz="1600">
              <a:latin typeface="微软雅黑"/>
            </a:endParaRP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800" b="1">
                <a:latin typeface="微软雅黑"/>
              </a:rPr>
              <a:t>広汽トヨタ流量衝撃波戦法実践の</a:t>
            </a:r>
            <a:endParaRPr sz="2800" b="1">
              <a:latin typeface="微软雅黑"/>
            </a:endParaRPr>
          </a:p>
          <a:p>
            <a:endParaRPr sz="2800" b="1">
              <a:latin typeface="微软雅黑"/>
            </a:endParaRPr>
          </a:p>
          <a:p>
            <a:r>
              <a:rPr sz="4800" b="1">
                <a:latin typeface="微软雅黑"/>
              </a:rPr>
              <a:t>応援 ///</a:t>
            </a:r>
            <a:endParaRPr sz="4800" b="1">
              <a:latin typeface="微软雅黑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bg1">
                    <a:lumMod val="75000"/>
                  </a:schemeClr>
                </a:solidFill>
              </a:rPr>
              <a:t>Predict</a:t>
            </a:r>
            <a:endParaRPr sz="24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質の高いメディアマトリックスの構築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声量予測可能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bg1">
                    <a:lumMod val="75000"/>
                  </a:schemeClr>
                </a:solidFill>
              </a:rPr>
              <a:t>Plan</a:t>
            </a:r>
            <a:endParaRPr sz="2400" b="1"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コアな伝播ラベルの確立</a:t>
            </a:r>
            <a:endParaRPr>
              <a:solidFill>
                <a:schemeClr val="bg1">
                  <a:lumMod val="75000"/>
                </a:schemeClr>
              </a:solidFill>
            </a:endParaRPr>
          </a:p>
          <a:p>
            <a:r>
              <a:rPr>
                <a:solidFill>
                  <a:schemeClr val="bg1">
                    <a:lumMod val="75000"/>
                  </a:schemeClr>
                </a:solidFill>
              </a:rPr>
              <a:t>内容の規範化可能</a:t>
            </a:r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r>
              <a:rPr sz="2400" b="1">
                <a:solidFill>
                  <a:schemeClr val="tx1"/>
                </a:solidFill>
              </a:rPr>
              <a:t>Push</a:t>
            </a:r>
            <a:endParaRPr sz="2400" b="1"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車種の節目と話題のマッチング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ペースのコントロール可能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chemeClr val="bg1">
                    <a:lumMod val="75000"/>
                  </a:schemeClr>
                </a:solidFill>
                <a:latin typeface="微软雅黑"/>
              </a:rPr>
              <a:t>党政中央メディアを中心に、業界の大Vと垂直メディアを拡散し、流量を重視したメディアマトリックスを構築</a:t>
            </a:r>
            <a:endParaRPr sz="1600">
              <a:solidFill>
                <a:schemeClr val="bg1">
                  <a:lumMod val="75000"/>
                </a:schemeClr>
              </a:solidFill>
              <a:latin typeface="微软雅黑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latin typeface="微软雅黑"/>
              </a:rPr>
              <a:t>威蘭達（ウィランダ）グローバル発表会のリレーにより、伝播ペースが緩急自在で、威蘭達のモデルチェンジ情報を盛り上げる</a:t>
            </a:r>
            <a:endParaRPr sz="1600">
              <a:latin typeface="微软雅黑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600">
                <a:solidFill>
                  <a:schemeClr val="bg1">
                    <a:lumMod val="75000"/>
                  </a:schemeClr>
                </a:solidFill>
                <a:latin typeface="微软雅黑"/>
              </a:rPr>
              <a:t>伝播のペースに合わせ、重要な節目で高密度なコンテンツを出力し、熱度を維持し、コアな話題の伝播に焦点を当てる</a:t>
            </a:r>
            <a:endParaRPr sz="1600">
              <a:solidFill>
                <a:schemeClr val="bg1">
                  <a:lumMod val="75000"/>
                </a:schemeClr>
              </a:solidFill>
              <a:latin typeface="微软雅黑"/>
            </a:endParaRP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27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b="0" i="0">
                  <a:solidFill>
                    <a:srgbClr val="C00000"/>
                  </a:solidFill>
                  <a:latin typeface="微软雅黑"/>
                </a:rPr>
                <a:t>広汽トヨタ全車種の知能進化を推進</a:t>
              </a:r>
              <a:endParaRPr lang="zh-CN" b="0" i="0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スマートテクノロジーを切り口に、ウィランダのスマートアップグレードが合弁車企業のスマート化転換の指標的意義を高める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6343" y="4221309"/>
              <a:ext cx="2664661" cy="1379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t>#ウィランダ大リニューアル、広汽トヨタブランド戦略のアップグレード#</a:t>
              </a:r>
            </a:p>
            <a:p>
              <a:r>
                <a:t>#広汽トヨタ「知能進化、油電同知」戦略発表、知能電動化が後半に突入#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503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ブランド戦略が市場競争力を再構築</a:t>
              </a:r>
              <a:endParaRPr lang="zh-CN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広汽トヨタ全車種のスマートアップグレードの戦略を切り口に、業界の技術ルートとユーザーの認知への影響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227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i="0" u="none">
                  <a:solidFill>
                    <a:srgbClr val="C00000"/>
                  </a:solidFill>
                  <a:latin typeface="微软雅黑"/>
                </a:rPr>
                <a:t>ウィランダ大リニューアル、知的趣味が核心の見所に</a:t>
              </a:r>
              <a:endParaRPr lang="zh-CN" i="0" u="none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t>ウィランダのリニューアル情報を切り口に、具体的な製品アップグレードポイントに焦点を当て、新型ウィランダへの期待感を高める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40065" y="4206540"/>
              <a:ext cx="2956956" cy="1170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t>#ウィランダの世界発表、ハイブリッド競争格局を再構築する可能性#</a:t>
              </a:r>
            </a:p>
            <a:p>
              <a:r>
                <a:t>#新型ウィランダの世界発表、広汽トヨタが知能電動化の重要な一歩を再び進める#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i="0" u="none">
                <a:solidFill>
                  <a:srgbClr val="FFFFFF"/>
                </a:solidFill>
                <a:latin typeface="微软雅黑"/>
              </a:rPr>
              <a:t>党政中央メディア、業界大Vが立場を定め、高光をさらに高める</a:t>
            </a:r>
            <a:endParaRPr lang="zh-CN" sz="2400" b="1" i="0" u="none">
              <a:solidFill>
                <a:srgbClr val="FFFFFF"/>
              </a:solidFill>
              <a:latin typeface="微软雅黑"/>
            </a:endParaRPr>
          </a:p>
          <a:p>
            <a:r>
              <a:t>#広汽トヨタブランド大戦略#、#ウィランダ大リニューアル#の伝播を通じて、価値の期待を高める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0298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@30秒で車を理解する、@闫闯車を語る</a:t>
            </a:r>
            <a:endParaRPr sz="1200" i="0" u="none">
              <a:latin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@搜狐自動車、@自動車之家</a:t>
            </a:r>
            <a:endParaRPr sz="1200" i="0" u="none">
              <a:latin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微软雅黑"/>
              </a:rPr>
              <a:t>@人民日報、@新華社</a:t>
            </a:r>
            <a:endParaRPr sz="1200">
              <a:latin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299287" y="3670508"/>
            <a:ext cx="3439465" cy="93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>
                <a:latin typeface="微软雅黑"/>
              </a:rPr>
              <a:t>話題の例</a:t>
            </a:r>
            <a:endParaRPr sz="1200">
              <a:latin typeface="微软雅黑"/>
            </a:endParaRPr>
          </a:p>
          <a:p>
            <a:r>
              <a:t>#ウィランダの世界初公開、国内発売まであとどれくらい#</a:t>
            </a:r>
          </a:p>
          <a:p/>
          <a:p>
            <a:r>
              <a:t>#これまでで最も知能的なウィランダ、間もなく登場#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微软雅黑"/>
              </a:rPr>
              <a:t>広汽トヨタ油電同知ブランド大戦略を深化させ、期待値を高める</a:t>
            </a:r>
            <a:endParaRPr sz="2400">
              <a:latin typeface="微软雅黑"/>
            </a:endParaRP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48996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49076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メディアの発言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b="0" i="0">
                  <a:solidFill>
                    <a:srgbClr val="C00000"/>
                  </a:solidFill>
                  <a:latin typeface="微软雅黑"/>
                </a:rPr>
                <a:t>広汽トヨタ全車種の知能進化を推進</a:t>
              </a:r>
              <a:endParaRPr lang="zh-CN" b="0" i="0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スマートテクノロジーを切り口に、ウィランダのスマートアップグレードが合弁車企業のスマート化転換の指標的意義を高める</a:t>
              </a:r>
              <a:endParaRPr sz="12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99471" y="4645764"/>
              <a:ext cx="2664661" cy="1078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800">
                  <a:latin typeface="微软雅黑"/>
                </a:rPr>
                <a:t>話題の例</a:t>
              </a:r>
              <a:endParaRPr sz="800">
                <a:latin typeface="微软雅黑"/>
              </a:endParaRPr>
            </a:p>
            <a:p>
              <a:r>
                <a:rPr sz="1200"/>
                <a:t>#ウィランダ大リニューアル、広汽トヨタブランド戦略のアップグレード#</a:t>
              </a:r>
              <a:endParaRPr sz="1200"/>
            </a:p>
            <a:p>
              <a:r>
                <a:rPr sz="1200"/>
                <a:t>#広汽トヨタ「知能進化、油電同知」戦略発表、知能電動化が後半に突入#</a:t>
              </a:r>
              <a:endParaRPr sz="12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ブランド戦略が市場競争力を再構築</a:t>
              </a:r>
              <a:endParaRPr lang="zh-CN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広汽トヨタ全車種のスマートアップグレードの戦略を切り口に、業界の技術ルートとユーザーの認知への影響</a:t>
              </a:r>
              <a:endParaRPr sz="12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i="0" u="none">
                  <a:solidFill>
                    <a:srgbClr val="C00000"/>
                  </a:solidFill>
                  <a:latin typeface="微软雅黑"/>
                </a:rPr>
                <a:t>ウィランダ大リニューアル、知的趣味が核心の見所に</a:t>
              </a:r>
              <a:endParaRPr lang="zh-CN" i="0" u="none">
                <a:solidFill>
                  <a:srgbClr val="C00000"/>
                </a:solidFill>
                <a:latin typeface="微软雅黑"/>
              </a:endParaRPr>
            </a:p>
            <a:p>
              <a:r>
                <a:t>————</a:t>
              </a:r>
            </a:p>
            <a:p>
              <a:r>
                <a:rPr sz="1200"/>
                <a:t>ウィランダのリニューアル情報を切り口に、具体的な製品アップグレードポイントに焦点を当て、新型ウィランダへの期待感を高める</a:t>
              </a:r>
              <a:endParaRPr sz="120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38973" y="4646077"/>
              <a:ext cx="2956956" cy="1147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>
                  <a:latin typeface="微软雅黑"/>
                </a:rPr>
                <a:t>話題の例</a:t>
              </a:r>
              <a:endParaRPr sz="1200">
                <a:latin typeface="微软雅黑"/>
              </a:endParaRPr>
            </a:p>
            <a:p>
              <a:r>
                <a:rPr sz="1200"/>
                <a:t>#ウィランダの世界発表、ハイブリッド競争格局を再構築する可能性#</a:t>
              </a:r>
              <a:endParaRPr sz="1200"/>
            </a:p>
            <a:p>
              <a:r>
                <a:rPr sz="1200"/>
                <a:t>#新型ウィランダの世界発表、広汽トヨタが知能電動化の重要な一歩を再び進める#</a:t>
              </a:r>
              <a:endParaRPr sz="1200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i="0" u="none">
                <a:solidFill>
                  <a:schemeClr val="tx1"/>
                </a:solidFill>
                <a:highlight>
                  <a:srgbClr val="FF0000"/>
                </a:highlight>
                <a:latin typeface="微软雅黑"/>
              </a:rPr>
              <a:t>党政中央メディア、業界大Vが立場を定め、高光</a:t>
            </a:r>
            <a:r>
              <a:rPr lang="zh-CN" sz="2400" b="1" i="0" u="none">
                <a:solidFill>
                  <a:srgbClr val="FFFFFF"/>
                </a:solidFill>
                <a:latin typeface="微软雅黑"/>
              </a:rPr>
              <a:t>をさらに高める</a:t>
            </a:r>
            <a:endParaRPr lang="zh-CN" sz="2400" b="1" i="0" u="none">
              <a:solidFill>
                <a:srgbClr val="FFFFFF"/>
              </a:solidFill>
              <a:latin typeface="微软雅黑"/>
            </a:endParaRPr>
          </a:p>
          <a:p>
            <a:r>
              <a:t>#広汽トヨタブランド大戦略#、#ウィランダ大リニューアル#の伝播を通じて、価値の期待を高める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2584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@30秒で車を理解する、@闫闯車を語る</a:t>
            </a:r>
            <a:endParaRPr sz="1200" i="0" u="none">
              <a:latin typeface="微软雅黑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 u="none">
                <a:latin typeface="微软雅黑"/>
              </a:rPr>
              <a:t>@搜狐自動車、@自動車之家</a:t>
            </a:r>
            <a:endParaRPr sz="1200" i="0" u="none">
              <a:latin typeface="微软雅黑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微软雅黑"/>
              </a:rPr>
              <a:t>@人民日報、@新華社</a:t>
            </a:r>
            <a:endParaRPr sz="1200">
              <a:latin typeface="微软雅黑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192607" y="3989913"/>
            <a:ext cx="34394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>
                <a:latin typeface="微软雅黑"/>
              </a:rPr>
              <a:t>話題の例</a:t>
            </a:r>
            <a:endParaRPr sz="1200">
              <a:latin typeface="微软雅黑"/>
            </a:endParaRPr>
          </a:p>
          <a:p>
            <a:r>
              <a:rPr sz="1200"/>
              <a:t>#ウィランダの世界初公開、国内発売まであとどれくらい#</a:t>
            </a:r>
            <a:endParaRPr sz="1200"/>
          </a:p>
          <a:p>
            <a:endParaRPr sz="1200"/>
          </a:p>
          <a:p>
            <a:r>
              <a:rPr sz="1200"/>
              <a:t>#これまでで最も知能的なウィランダ、間もなく登場#</a:t>
            </a:r>
            <a:endParaRPr sz="1200"/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微软雅黑"/>
              </a:rPr>
              <a:t>広汽トヨタ油電同知ブランド大戦略を深化させ、期待値を高める</a:t>
            </a:r>
            <a:endParaRPr sz="2400">
              <a:latin typeface="微软雅黑"/>
            </a:endParaRP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51282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51362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メディアの発言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A</a:t>
            </a:r>
            <a:endParaRPr sz="28700" b="1" i="1">
              <a:latin typeface="微软雅黑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B</a:t>
            </a:r>
            <a:endParaRPr sz="28700" b="1" i="1">
              <a:latin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848181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r>
              <a:rPr b="1">
                <a:latin typeface="微软雅黑"/>
              </a:rPr>
              <a:t>#ウェイランダー中国キャビン、知覚ハイブリッド二面派#</a:t>
            </a:r>
            <a:endParaRPr b="1"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81247" y="296787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/>
              <a:t>静的スマートキャビン試遊</a:t>
            </a:r>
            <a:endParaRPr sz="2800" b="1" i="1"/>
          </a:p>
        </p:txBody>
      </p:sp>
      <p:sp>
        <p:nvSpPr>
          <p:cNvPr id="20" name="文本框 19"/>
          <p:cNvSpPr txBox="1"/>
          <p:nvPr/>
        </p:nvSpPr>
        <p:spPr>
          <a:xfrm>
            <a:off x="6701166" y="3013278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/>
              <a:t>動的二重エンジン知覚試乗</a:t>
            </a:r>
            <a:endParaRPr sz="2800" b="1" i="1"/>
          </a:p>
        </p:txBody>
      </p:sp>
      <p:sp>
        <p:nvSpPr>
          <p:cNvPr id="24" name="文本框 23"/>
          <p:cNvSpPr txBox="1"/>
          <p:nvPr/>
        </p:nvSpPr>
        <p:spPr>
          <a:xfrm>
            <a:off x="1992941" y="1862531"/>
            <a:ext cx="79228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+mj-ea"/>
              </a:rPr>
              <a:t>単一の道での試乗では、新しいウェイランダーの多次元的な向上を示すことはできません</a:t>
            </a:r>
            <a:endParaRPr sz="1600" b="1">
              <a:latin typeface="+mj-ea"/>
            </a:endParaRPr>
          </a:p>
          <a:p>
            <a:r>
              <a:rPr sz="1600"/>
              <a:t>各試乗はAとBの2つの場に分けられています——</a:t>
            </a:r>
            <a:endParaRPr sz="1600"/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r>
              <a:rPr sz="1200" b="1">
                <a:latin typeface="+mj-ea"/>
              </a:rPr>
              <a:t>より強力：第五世代2.0/2.5L HEVシステム、出力32%向上、ミリ秒応答が電動車に匹敵</a:t>
            </a:r>
            <a:endParaRPr sz="1200" b="1">
              <a:latin typeface="+mj-ea"/>
            </a:endParaRPr>
          </a:p>
          <a:p>
            <a:r>
              <a:rPr sz="1600"/>
              <a:t>より野性的：力強さを感じさせるフロントフェイス、SUV特性の強化、野性的なCポジションデザイン</a:t>
            </a:r>
            <a:endParaRPr sz="1600"/>
          </a:p>
          <a:p>
            <a:r>
              <a:rPr sz="1600"/>
              <a:t>より燃費が良い：最低燃費は4.2Lに達し、同クラスのガソリン車より約30%低く、1000キロ以上の超長距離航続、通常の使用で1か月間ガソリンスタンドに行く必要がありません</a:t>
            </a:r>
            <a:endParaRPr sz="1600"/>
          </a:p>
          <a:p>
            <a:r>
              <a:rPr sz="1600"/>
              <a:t>…</a:t>
            </a:r>
            <a:endParaRPr sz="1600"/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r>
              <a:rPr sz="1400" b="1">
                <a:latin typeface="+mj-ea"/>
              </a:rPr>
              <a:t>共感を発見：日常会話および複数人同時会話、1秒級の応答速度、一言で多意図に応答</a:t>
            </a:r>
            <a:endParaRPr sz="1400" b="1">
              <a:latin typeface="+mj-ea"/>
            </a:endParaRPr>
          </a:p>
          <a:p>
            <a:r>
              <a:t>スムーズさを感じる：OMSキャビン感知システム、AI映像感知技術、塩城操作機能</a:t>
            </a:r>
          </a:p>
          <a:p>
            <a:r>
              <a:t>快適さを楽しむ：15.6インチの超大型画面、物理ボタン機能の統合化</a:t>
            </a:r>
          </a:p>
          <a:p>
            <a:r>
              <a:t>…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試乗プレイ01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A</a:t>
            </a:r>
            <a:endParaRPr sz="28700" b="1" i="1">
              <a:latin typeface="微软雅黑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700" b="1" i="1">
                <a:latin typeface="微软雅黑"/>
              </a:rPr>
              <a:t>B</a:t>
            </a:r>
            <a:endParaRPr sz="28700" b="1" i="1">
              <a:latin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1026616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r>
              <a:rPr sz="2800" b="1">
                <a:solidFill>
                  <a:schemeClr val="bg1"/>
                </a:solidFill>
                <a:latin typeface="微软雅黑"/>
              </a:rPr>
              <a:t>#ウェイランダー中国キャビン、知覚ハイブリッド二面派#</a:t>
            </a:r>
            <a:endParaRPr sz="2800" b="1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52977" y="290564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>
                <a:solidFill>
                  <a:schemeClr val="bg1"/>
                </a:solidFill>
              </a:rPr>
              <a:t>静的スマートキャビン試遊</a:t>
            </a:r>
            <a:endParaRPr sz="2800" b="1" i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54201" y="2945333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i="1">
                <a:solidFill>
                  <a:schemeClr val="bg1"/>
                </a:solidFill>
              </a:rPr>
              <a:t>動的二重エンジン知覚試乗</a:t>
            </a:r>
            <a:endParaRPr sz="2800" b="1" i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92941" y="2014296"/>
            <a:ext cx="79228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+mj-ea"/>
              </a:rPr>
              <a:t>単一の道での試乗では、新しいウェイランダーの多次元的な向上を示すことはできません</a:t>
            </a:r>
            <a:endParaRPr sz="1400" b="1">
              <a:solidFill>
                <a:schemeClr val="bg1"/>
              </a:solidFill>
              <a:latin typeface="+mj-ea"/>
            </a:endParaRPr>
          </a:p>
          <a:p>
            <a:r>
              <a:rPr sz="1400">
                <a:solidFill>
                  <a:schemeClr val="bg1"/>
                </a:solidFill>
              </a:rPr>
              <a:t>各試乗はAとBの2つの場に分けられています——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r>
              <a:rPr sz="1200" b="1">
                <a:solidFill>
                  <a:schemeClr val="bg1"/>
                </a:solidFill>
                <a:latin typeface="+mj-ea"/>
              </a:rPr>
              <a:t>より強力：第五世代2.0/2.5L HEVシステム、出力32%向上、ミリ秒応答が電動車に匹敵</a:t>
            </a:r>
            <a:endParaRPr sz="1200" b="1">
              <a:solidFill>
                <a:schemeClr val="bg1"/>
              </a:solidFill>
              <a:latin typeface="+mj-ea"/>
            </a:endParaRPr>
          </a:p>
          <a:p>
            <a:r>
              <a:rPr sz="1600">
                <a:solidFill>
                  <a:schemeClr val="bg1"/>
                </a:solidFill>
              </a:rPr>
              <a:t>より野性的：力強さを感じさせるフロントフェイス、SUV特性の強化、野性的なCポジションデザイン</a:t>
            </a:r>
            <a:endParaRPr sz="16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より燃費が良い：最低燃費は4.2Lに達し、同クラスのガソリン車より約30%低く、1000キロ以上の超長距離航続、通常の使用で1か月間ガソリンスタンドに行く必要がありません</a:t>
            </a:r>
            <a:endParaRPr sz="16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…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r>
              <a:rPr sz="1400" b="1">
                <a:solidFill>
                  <a:schemeClr val="bg1"/>
                </a:solidFill>
                <a:latin typeface="+mj-ea"/>
              </a:rPr>
              <a:t>共感を発見：日常会話および複数人同時会話、1秒級の応答速度、一言で多意図に応答</a:t>
            </a:r>
            <a:endParaRPr sz="1400" b="1">
              <a:solidFill>
                <a:schemeClr val="bg1"/>
              </a:solidFill>
              <a:latin typeface="+mj-ea"/>
            </a:endParaRPr>
          </a:p>
          <a:p>
            <a:r>
              <a:rPr>
                <a:solidFill>
                  <a:schemeClr val="bg1"/>
                </a:solidFill>
              </a:rPr>
              <a:t>スムーズさを感じる：OMSキャビン感知システム、AI映像感知技術、塩城操作機能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快適さを楽しむ：15.6インチの超大型画面、物理ボタン機能の統合化</a:t>
            </a:r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…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000">
                <a:latin typeface="微软雅黑"/>
              </a:rPr>
              <a:t>試乗プレイ01</a:t>
            </a:r>
            <a:endParaRPr sz="2000">
              <a:latin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8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0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3146</Words>
  <Application>WPS 文字</Application>
  <PresentationFormat>宽屏</PresentationFormat>
  <Paragraphs>216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Times New Roman</vt:lpstr>
      <vt:lpstr>Helvetica Neue</vt:lpstr>
      <vt:lpstr>LANTINGHEI SC DEMIBOLD</vt:lpstr>
      <vt:lpstr>Arial</vt:lpstr>
      <vt:lpstr>微软雅黑 Light</vt:lpstr>
      <vt:lpstr>Lato Light</vt:lpstr>
      <vt:lpstr>汉仪中黑KW</vt:lpstr>
      <vt:lpstr>Thonburi</vt:lpstr>
      <vt:lpstr>微软雅黑 Light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#ウェイランダー中国キャビン、知覚ハイブリッド二面派#</vt:lpstr>
      <vt:lpstr>#ウェイランダー中国キャビン、知覚ハイブリッド二面派#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欧欧欧欧秋子</cp:lastModifiedBy>
  <cp:revision>162</cp:revision>
  <dcterms:created xsi:type="dcterms:W3CDTF">2026-02-03T10:37:57Z</dcterms:created>
  <dcterms:modified xsi:type="dcterms:W3CDTF">2026-02-03T10:37:57Z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0DA009292B25D2F8E3C68169B347E56D_41</vt:lpwstr>
  </property>
</Properties>
</file>